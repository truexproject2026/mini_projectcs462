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1" r:id="rId7"/>
    <p:sldId id="260" r:id="rId8"/>
    <p:sldId id="262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NAWAT AOUMKAEW" userId="S::chinnawat.aoum@bu.ac.th::6808183e-75f9-4131-b869-75dab6583c01" providerId="AD" clId="Web-{2AFC898C-5F02-38CC-151F-E600D08C474C}"/>
    <pc:docChg chg="modSld">
      <pc:chgData name="CHINNAWAT AOUMKAEW" userId="S::chinnawat.aoum@bu.ac.th::6808183e-75f9-4131-b869-75dab6583c01" providerId="AD" clId="Web-{2AFC898C-5F02-38CC-151F-E600D08C474C}" dt="2026-05-01T05:45:30.500" v="7" actId="1076"/>
      <pc:docMkLst>
        <pc:docMk/>
      </pc:docMkLst>
      <pc:sldChg chg="modSp">
        <pc:chgData name="CHINNAWAT AOUMKAEW" userId="S::chinnawat.aoum@bu.ac.th::6808183e-75f9-4131-b869-75dab6583c01" providerId="AD" clId="Web-{2AFC898C-5F02-38CC-151F-E600D08C474C}" dt="2026-05-01T05:45:30.500" v="7" actId="1076"/>
        <pc:sldMkLst>
          <pc:docMk/>
          <pc:sldMk cId="2593000379" sldId="256"/>
        </pc:sldMkLst>
        <pc:spChg chg="mod">
          <ac:chgData name="CHINNAWAT AOUMKAEW" userId="S::chinnawat.aoum@bu.ac.th::6808183e-75f9-4131-b869-75dab6583c01" providerId="AD" clId="Web-{2AFC898C-5F02-38CC-151F-E600D08C474C}" dt="2026-05-01T05:45:30.469" v="6" actId="1076"/>
          <ac:spMkLst>
            <pc:docMk/>
            <pc:sldMk cId="2593000379" sldId="256"/>
            <ac:spMk id="2" creationId="{0DC827E0-4DEC-E4DC-992E-51DEE1361B97}"/>
          </ac:spMkLst>
        </pc:spChg>
        <pc:spChg chg="mod">
          <ac:chgData name="CHINNAWAT AOUMKAEW" userId="S::chinnawat.aoum@bu.ac.th::6808183e-75f9-4131-b869-75dab6583c01" providerId="AD" clId="Web-{2AFC898C-5F02-38CC-151F-E600D08C474C}" dt="2026-05-01T05:45:30.500" v="7" actId="1076"/>
          <ac:spMkLst>
            <pc:docMk/>
            <pc:sldMk cId="2593000379" sldId="256"/>
            <ac:spMk id="3" creationId="{6F385C3B-EF63-B9C2-AF49-F83E01D5740E}"/>
          </ac:spMkLst>
        </pc:spChg>
      </pc:sldChg>
      <pc:sldChg chg="modSp">
        <pc:chgData name="CHINNAWAT AOUMKAEW" userId="S::chinnawat.aoum@bu.ac.th::6808183e-75f9-4131-b869-75dab6583c01" providerId="AD" clId="Web-{2AFC898C-5F02-38CC-151F-E600D08C474C}" dt="2026-05-01T05:45:25.062" v="5" actId="1076"/>
        <pc:sldMkLst>
          <pc:docMk/>
          <pc:sldMk cId="3304407742" sldId="258"/>
        </pc:sldMkLst>
        <pc:spChg chg="mod">
          <ac:chgData name="CHINNAWAT AOUMKAEW" userId="S::chinnawat.aoum@bu.ac.th::6808183e-75f9-4131-b869-75dab6583c01" providerId="AD" clId="Web-{2AFC898C-5F02-38CC-151F-E600D08C474C}" dt="2026-05-01T05:45:25.015" v="4" actId="1076"/>
          <ac:spMkLst>
            <pc:docMk/>
            <pc:sldMk cId="3304407742" sldId="258"/>
            <ac:spMk id="2" creationId="{98D162CE-B77E-48FD-6171-D51ACFFDF9C4}"/>
          </ac:spMkLst>
        </pc:spChg>
        <pc:spChg chg="mod">
          <ac:chgData name="CHINNAWAT AOUMKAEW" userId="S::chinnawat.aoum@bu.ac.th::6808183e-75f9-4131-b869-75dab6583c01" providerId="AD" clId="Web-{2AFC898C-5F02-38CC-151F-E600D08C474C}" dt="2026-05-01T05:45:25.062" v="5" actId="1076"/>
          <ac:spMkLst>
            <pc:docMk/>
            <pc:sldMk cId="3304407742" sldId="258"/>
            <ac:spMk id="3" creationId="{BB1F4EE7-7EEC-24B1-82CB-E6996CB7EFD0}"/>
          </ac:spMkLst>
        </pc:spChg>
      </pc:sldChg>
      <pc:sldChg chg="modSp">
        <pc:chgData name="CHINNAWAT AOUMKAEW" userId="S::chinnawat.aoum@bu.ac.th::6808183e-75f9-4131-b869-75dab6583c01" providerId="AD" clId="Web-{2AFC898C-5F02-38CC-151F-E600D08C474C}" dt="2026-05-01T05:45:07.890" v="1" actId="1076"/>
        <pc:sldMkLst>
          <pc:docMk/>
          <pc:sldMk cId="3046547985" sldId="260"/>
        </pc:sldMkLst>
        <pc:spChg chg="mod">
          <ac:chgData name="CHINNAWAT AOUMKAEW" userId="S::chinnawat.aoum@bu.ac.th::6808183e-75f9-4131-b869-75dab6583c01" providerId="AD" clId="Web-{2AFC898C-5F02-38CC-151F-E600D08C474C}" dt="2026-05-01T05:45:03.406" v="0" actId="1076"/>
          <ac:spMkLst>
            <pc:docMk/>
            <pc:sldMk cId="3046547985" sldId="260"/>
            <ac:spMk id="2" creationId="{98D162CE-B77E-48FD-6171-D51ACFFDF9C4}"/>
          </ac:spMkLst>
        </pc:spChg>
        <pc:spChg chg="mod">
          <ac:chgData name="CHINNAWAT AOUMKAEW" userId="S::chinnawat.aoum@bu.ac.th::6808183e-75f9-4131-b869-75dab6583c01" providerId="AD" clId="Web-{2AFC898C-5F02-38CC-151F-E600D08C474C}" dt="2026-05-01T05:45:07.890" v="1" actId="1076"/>
          <ac:spMkLst>
            <pc:docMk/>
            <pc:sldMk cId="3046547985" sldId="260"/>
            <ac:spMk id="3" creationId="{BB1F4EE7-7EEC-24B1-82CB-E6996CB7EFD0}"/>
          </ac:spMkLst>
        </pc:spChg>
      </pc:sldChg>
      <pc:sldChg chg="modSp">
        <pc:chgData name="CHINNAWAT AOUMKAEW" userId="S::chinnawat.aoum@bu.ac.th::6808183e-75f9-4131-b869-75dab6583c01" providerId="AD" clId="Web-{2AFC898C-5F02-38CC-151F-E600D08C474C}" dt="2026-05-01T05:45:17.125" v="3" actId="1076"/>
        <pc:sldMkLst>
          <pc:docMk/>
          <pc:sldMk cId="1606273703" sldId="261"/>
        </pc:sldMkLst>
        <pc:spChg chg="mod">
          <ac:chgData name="CHINNAWAT AOUMKAEW" userId="S::chinnawat.aoum@bu.ac.th::6808183e-75f9-4131-b869-75dab6583c01" providerId="AD" clId="Web-{2AFC898C-5F02-38CC-151F-E600D08C474C}" dt="2026-05-01T05:45:17.078" v="2" actId="1076"/>
          <ac:spMkLst>
            <pc:docMk/>
            <pc:sldMk cId="1606273703" sldId="261"/>
            <ac:spMk id="2" creationId="{98D162CE-B77E-48FD-6171-D51ACFFDF9C4}"/>
          </ac:spMkLst>
        </pc:spChg>
        <pc:spChg chg="mod">
          <ac:chgData name="CHINNAWAT AOUMKAEW" userId="S::chinnawat.aoum@bu.ac.th::6808183e-75f9-4131-b869-75dab6583c01" providerId="AD" clId="Web-{2AFC898C-5F02-38CC-151F-E600D08C474C}" dt="2026-05-01T05:45:17.125" v="3" actId="1076"/>
          <ac:spMkLst>
            <pc:docMk/>
            <pc:sldMk cId="1606273703" sldId="261"/>
            <ac:spMk id="3" creationId="{BB1F4EE7-7EEC-24B1-82CB-E6996CB7EFD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7AF15-1D3F-8703-FDB0-E659BD404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7E42C-719D-20F5-B29D-DD93F5066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D4C2D-5C81-5EC8-972F-B63222F7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4B818-2574-D51F-316F-F694C0A73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FFC7-0BBF-2942-F1F5-97A18657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9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BAC4-CE22-B0B2-64A5-B00391AFE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FCB84-A536-B0B9-0FAF-62058F8AA0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76B63-5D45-7994-2357-E0C69331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4A6C3-6EE6-A32F-4EB9-002BCC01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E04D6-6F23-EFF4-A822-89F4CC3C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78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B757-99FD-4CB7-4B1E-3CC6D9A4E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55A6F-DC55-E52E-6EC7-3DF4965D6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3649A-CE23-EAA6-FA46-6AC92138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83794-D3E1-CE07-4513-556FEBAFC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1F2CA-EE67-63F5-B76C-69E4037A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59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63DB-E69F-2833-DAFB-0A4F7C0E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C77D-8EBD-5A84-9696-FB09940EDD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A36CC-F717-E5E7-4927-320512753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E752E-D607-B7ED-A17D-59DA31E15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26326-D4F4-1B1E-82E1-83BACFDD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3839A5-E9CB-125E-FED6-9A0278BE5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4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7CC7-6E03-EF79-2655-C1911371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9985D-2BB3-2D70-4054-ED5C3AB6A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2B6C9E-571B-726C-152C-DDFAE871D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C382E3-CE89-149B-03C0-64C30A215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FDEE3B-7941-65E0-0DD4-81B108431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5A4043-132F-59B8-F0E7-0BE5EA947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67B942-0EF6-D99B-7995-D7B0371FB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D19A12-2333-11E2-B092-F7C4DF65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1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DA39-2E98-1A21-DF44-D15D01083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6D0DA6-C71B-477F-07E0-C3AA3BBD3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7AA5C8-CD2A-8963-7C71-C29B6C80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7D435-258A-DF28-614C-E451595E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0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AEB0E-49D4-E281-3EC3-E83E35F9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0324FB-53CB-95D5-73C4-A5388A4D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1539A-20F2-7EC8-0694-A39150E85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3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C922C-1B6F-8BAB-C325-25CCCAD8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91F8-69AB-E4AD-6B06-BF82B5776F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62497-A5B7-86E2-3FD5-DFC12D6A5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F6F87-F6FC-4FEC-5FD1-AB5286852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D4008-A304-BD2A-8D7D-8E7668F9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09A760-D447-1D54-831E-5ED5D625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48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6EF8-AAC7-4BE3-A80B-40258286A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AF1D5-E374-9F51-9F3E-CAA549BBD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29860-A05A-8EE2-A1D3-2CE260AF7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145463-7258-AEE5-60F1-3CB137CE8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36BF9-E271-EF08-6B80-41E3ABDF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005CE-4389-C6F5-21D3-4429F8BE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84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178C-C6CC-F619-3865-B81EB48C6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5D6F9-BD49-0560-8313-DCFA05F3F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8E1BC3-AF73-2225-5647-78E5C72DA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F9D6-CF8A-7C2E-1A3A-0F4671390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F2F1A-88C9-F97D-4900-F2C04BCF6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80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D6DC93-0E71-1944-95FB-A266A86635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E01B6C-E900-5285-FA53-F7867715A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7E94D-575D-F9E5-CBE9-4FBF40389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E8116-F02A-9E84-7019-B950461A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DB8DE-981B-828B-B5BE-E5355AF2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20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4F4E13-7841-5ACF-0F1A-D5BEFDF1B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3BDE8-0693-D596-D577-218A641AD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88F2B-9C66-88BA-1261-2C6EB0B80B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E8564-B206-4131-B7F4-C544E7856F0A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9D5C6-03CA-DAFB-0422-BFD2A7405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FE9D-CE30-3328-5874-6ED314D44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F0C40-DEF6-4707-AA1F-15830F0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akorn.u@bu.ac.th" TargetMode="External"/><Relationship Id="rId2" Type="http://schemas.openxmlformats.org/officeDocument/2006/relationships/hyperlink" Target="https://docs.google.com/spreadsheets/d/1YbwOB4xEzgOcj6820tfJ9BdobniNk9VhXQ7QhEaFmSs/edit?usp=sharing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aneprajakta.github.io/Digit_Recognition_Web_App/" TargetMode="External"/><Relationship Id="rId2" Type="http://schemas.openxmlformats.org/officeDocument/2006/relationships/hyperlink" Target="https://docs.google.com/spreadsheets/d/1YbwOB4xEzgOcj6820tfJ9BdobniNk9VhXQ7QhEaFmSs/edit?usp=sharing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kashdeepjassal/mnist-flask" TargetMode="External"/><Relationship Id="rId4" Type="http://schemas.openxmlformats.org/officeDocument/2006/relationships/hyperlink" Target="https://github.com/maneprajakta/Digit_Recognition_Web_Ap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pyassignment.com/mnist-handwritten-digit-classification-using-deep-learning/" TargetMode="External"/><Relationship Id="rId2" Type="http://schemas.openxmlformats.org/officeDocument/2006/relationships/hyperlink" Target="https://www.codingame.com/playgrounds/37409/handwritten-digit-recognition-using-scikit-lear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yedjafer.github.io/digit-recognizer-webapp/" TargetMode="External"/><Relationship Id="rId2" Type="http://schemas.openxmlformats.org/officeDocument/2006/relationships/hyperlink" Target="https://github.com/akashdeepjassal/mnist-flas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827E0-4DEC-E4DC-992E-51DEE1361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468" y="-12856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/>
              <a:t>Class Project</a:t>
            </a:r>
            <a:br>
              <a:rPr lang="en-US" sz="4400"/>
            </a:br>
            <a:r>
              <a:rPr lang="en-US" sz="2400"/>
              <a:t>CS462 – 327A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85C3B-EF63-B9C2-AF49-F83E01D57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468" y="1331935"/>
            <a:ext cx="10515600" cy="4351338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กำหนดการ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ก่อน 6 เม.ย. 68 เลือกจองโจทย์ในใบจอง </a:t>
            </a:r>
            <a:r>
              <a:rPr lang="en-US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th-TH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ก่อน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13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พ.ค. 68 ส่งคลิปนำเสนอ 10 นาที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(YouTube)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พร้อมส่ง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source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ระบบและ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dataset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ใน </a:t>
            </a:r>
            <a:r>
              <a:rPr lang="en-US" err="1">
                <a:latin typeface="TH Sarabun New" panose="020B0500040200020003" pitchFamily="34" charset="-34"/>
                <a:cs typeface="TH Sarabun New" panose="020B0500040200020003" pitchFamily="34" charset="-34"/>
              </a:rPr>
              <a:t>github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 algn="l">
              <a:buNone/>
            </a:pPr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วิธีส่งงาน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เมื่อตัวแทนกลุ่มเข้าไปกรอกข้อมูลในใบจอง </a:t>
            </a:r>
            <a:r>
              <a:rPr lang="en-US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th-TH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ให้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confirm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โดยส่งอีเมล์มาที่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  <a:hlinkClick r:id="rId3"/>
              </a:rPr>
              <a:t>pakorn.u@bu.ac.th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จ่าหัวอีเมล์โดยขึ้นต้นด้วย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[AIE322 – 327A]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ตามด้วยชื่อกลุ่ม และ โจทย์ที่จะทำ โดยในเนื้อความอีเมล์ใส่ชื่อสมาชิก ตัวอย่างการจ่าหัวอีเมล์เช่น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[CS462 – 327A] 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กลุ่ม </a:t>
            </a:r>
            <a:r>
              <a:rPr lang="en-US" err="1">
                <a:latin typeface="TH Sarabun New" panose="020B0500040200020003" pitchFamily="34" charset="-34"/>
                <a:cs typeface="TH Sarabun New" panose="020B0500040200020003" pitchFamily="34" charset="-34"/>
              </a:rPr>
              <a:t>SuperFun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ทำเลข ๑๑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๑๕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[CS462 – 327A]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– กลุ่ม </a:t>
            </a:r>
            <a:r>
              <a:rPr lang="en-US" err="1">
                <a:latin typeface="TH Sarabun New" panose="020B0500040200020003" pitchFamily="34" charset="-34"/>
                <a:cs typeface="TH Sarabun New" panose="020B0500040200020003" pitchFamily="34" charset="-34"/>
              </a:rPr>
              <a:t>MeetUp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ทำเลข ๑๖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๒๐ </a:t>
            </a:r>
          </a:p>
        </p:txBody>
      </p:sp>
    </p:spTree>
    <p:extLst>
      <p:ext uri="{BB962C8B-B14F-4D97-AF65-F5344CB8AC3E}">
        <p14:creationId xmlns:p14="http://schemas.microsoft.com/office/powerpoint/2010/main" val="2593000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62CE-B77E-48FD-6171-D51ACFFD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0762"/>
            <a:ext cx="10515600" cy="1325563"/>
          </a:xfrm>
        </p:spPr>
        <p:txBody>
          <a:bodyPr/>
          <a:lstStyle/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โจทย์</a:t>
            </a:r>
            <a:endParaRPr lang="en-US" b="1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4EE7-7EEC-24B1-82CB-E6996CB7E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6699"/>
            <a:ext cx="10515600" cy="5166387"/>
          </a:xfrm>
        </p:spPr>
        <p:txBody>
          <a:bodyPr>
            <a:normAutofit/>
          </a:bodyPr>
          <a:lstStyle/>
          <a:p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นศ จับกลุ่ม กลุ่มละไม่ต่ำกว่า 5 คน และ เข้าไปเลือกโจทย์ในใบจอง </a:t>
            </a:r>
            <a:r>
              <a:rPr lang="en-US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th-TH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ห้ามซ้ำกัน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21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นศ 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train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 โมเดลสำหรับ </a:t>
            </a:r>
            <a:r>
              <a:rPr lang="th-TH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ทำนายลายมือเขียนเลขไทย 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ที่เขียนลงบน 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บน 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Browser (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ดูตัวอย่างใน </a:t>
            </a:r>
            <a:r>
              <a:rPr lang="en-US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link) 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โดยกำหนดให้</a:t>
            </a:r>
            <a:r>
              <a:rPr lang="th-TH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มี </a:t>
            </a:r>
            <a:r>
              <a:rPr lang="en-US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5</a:t>
            </a:r>
            <a:r>
              <a:rPr lang="th-TH" sz="21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คลาส</a:t>
            </a:r>
            <a:r>
              <a:rPr lang="th-TH" sz="21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ที่โมเดลต้องสามารถทำนายได้</a:t>
            </a:r>
            <a:endParaRPr lang="en-US" sz="2100" b="1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ตัวอย่างโจทย์เช่น ตัวเลขไทย </a:t>
            </a:r>
            <a:r>
              <a:rPr lang="en-US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๑๑ ๑๒ ๑๓ ๑๔ ๑๕</a:t>
            </a:r>
            <a:r>
              <a:rPr lang="en-US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r>
              <a:rPr lang="th-TH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 หรือ </a:t>
            </a:r>
            <a:r>
              <a:rPr lang="en-US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“</a:t>
            </a:r>
            <a:r>
              <a:rPr lang="th-TH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๑๖ ๑๗ ๑๘ ๑๙ ๒๐</a:t>
            </a:r>
            <a:r>
              <a:rPr lang="en-US" sz="2200">
                <a:latin typeface="TH Sarabun New" panose="020B0500040200020003" pitchFamily="34" charset="-34"/>
                <a:cs typeface="TH Sarabun New" panose="020B0500040200020003" pitchFamily="34" charset="-34"/>
              </a:rPr>
              <a:t>”</a:t>
            </a:r>
            <a:endParaRPr lang="th-TH" sz="22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1900">
                <a:latin typeface="TH Sarabun New" panose="020B0500040200020003" pitchFamily="34" charset="-34"/>
                <a:cs typeface="TH Sarabun New" panose="020B0500040200020003" pitchFamily="34" charset="-34"/>
                <a:hlinkClick r:id="rId3"/>
              </a:rPr>
              <a:t>https://maneprajakta.github.io/Digit_Recognition_Web_App/</a:t>
            </a:r>
            <a:endParaRPr lang="en-US" sz="19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1900">
                <a:latin typeface="TH Sarabun New" panose="020B0500040200020003" pitchFamily="34" charset="-34"/>
                <a:cs typeface="TH Sarabun New" panose="020B0500040200020003" pitchFamily="34" charset="-34"/>
                <a:hlinkClick r:id="rId4"/>
              </a:rPr>
              <a:t>https://github.com/maneprajakta/Digit_Recognition_Web_App</a:t>
            </a:r>
            <a:endParaRPr lang="en-US" sz="19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1900">
                <a:latin typeface="TH Sarabun New" panose="020B0500040200020003" pitchFamily="34" charset="-34"/>
                <a:cs typeface="TH Sarabun New" panose="020B0500040200020003" pitchFamily="34" charset="-34"/>
                <a:hlinkClick r:id="rId5"/>
              </a:rPr>
              <a:t>https://github.com/akashdeepjassal/mnist-flask</a:t>
            </a:r>
            <a:endParaRPr lang="en-US" sz="19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0" indent="0">
              <a:buNone/>
            </a:pPr>
            <a:r>
              <a:rPr lang="th-TH" sz="2000" b="1">
                <a:latin typeface="TH Sarabun New" panose="020B0500040200020003" pitchFamily="34" charset="-34"/>
                <a:cs typeface="TH Sarabun New" panose="020B0500040200020003" pitchFamily="34" charset="-34"/>
              </a:rPr>
              <a:t>เงื่อนไข</a:t>
            </a:r>
          </a:p>
          <a:p>
            <a:pPr lvl="1"/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แต่ละกลุ่มเลือกโจทย์ไม่เหมือนกัน เช่น กลุ่ม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ทำ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classify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เลขไทย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{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๑๑ ๑๒ ๑๓ ๑๔ ๑๕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}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กลุ่ม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B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ทำเลข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{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๑๖ ๑๗ ๑๘ ๑๙ ๒๐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}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pPr lvl="1"/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นศ สามารถเลือกใช้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อะไรก็ได้ในการสร้างโมเดล เช่น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CNN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Decision Tree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Naïve Bayes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ก็ได้</a:t>
            </a:r>
          </a:p>
          <a:p>
            <a:pPr lvl="1"/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โมเดลต้องมีความแม่นยำ </a:t>
            </a:r>
            <a:r>
              <a:rPr lang="en-US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(accuracy) </a:t>
            </a:r>
            <a:r>
              <a:rPr lang="th-TH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อย่างน้อย </a:t>
            </a:r>
            <a:r>
              <a:rPr lang="en-US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8</a:t>
            </a:r>
            <a:r>
              <a:rPr lang="th-TH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en-US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%</a:t>
            </a:r>
            <a:r>
              <a:rPr lang="th-TH" sz="2000" b="1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en-US" sz="2000" b="1">
              <a:solidFill>
                <a:srgbClr val="FF0000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มีโปรแกรมสำหรับ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 โดยเฉพาะ เขียนด้วย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python (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โปรแกรม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โมเดลแยกออกจากระบบเพราะใช้แค่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โมเดลอย่างเดียว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นศ ทำเป็น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web application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ที่ประกอบไปด้วย 2 ส่วนหลักได้แก่</a:t>
            </a:r>
          </a:p>
          <a:p>
            <a:pPr lvl="2"/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User Page: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มีช่องให้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เขียนเลขไทย และมีปุ่มกดทำนาย และปุ่มเคลียร์</a:t>
            </a:r>
            <a:endParaRPr lang="en-US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2"/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Admin: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 สำหรับ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 sz="160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อัปโห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ลดโมเดลใหม่เข้าสู่ระบบ</a:t>
            </a:r>
          </a:p>
        </p:txBody>
      </p:sp>
    </p:spTree>
    <p:extLst>
      <p:ext uri="{BB962C8B-B14F-4D97-AF65-F5344CB8AC3E}">
        <p14:creationId xmlns:p14="http://schemas.microsoft.com/office/powerpoint/2010/main" val="330440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62CE-B77E-48FD-6171-D51ACFFD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70" y="-96368"/>
            <a:ext cx="10515600" cy="1325563"/>
          </a:xfrm>
        </p:spPr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แนวทางพัฒนา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คร่าวๆ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4EE7-7EEC-24B1-82CB-E6996CB7E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270" y="1072586"/>
            <a:ext cx="10515600" cy="4899853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ทำความเข้าใจกับ ตัวอย่างที่ใกล้เคียงที่มีคนทำ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classification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ลายมือเขียนตัวเลขอาระบิคไว้แล้ว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 </a:t>
            </a:r>
            <a:endParaRPr lang="en-US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  <a:hlinkClick r:id="rId2"/>
              </a:rPr>
              <a:t>https://www.codingame.com/playgrounds/37409/handwritten-digit-recognition-using-scikit-learn</a:t>
            </a:r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  <a:hlinkClick r:id="rId3"/>
              </a:rPr>
              <a:t>https://copyassignment.com/mnist-handwritten-digit-classification-using-deep-learning/</a:t>
            </a:r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เลือกโจทย์ของทีมตัวเองว่าจะ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classify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ตัวเลขอะไร เช่น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{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๒๐ ๒๑ ๒๒ ๒๓ ๒๔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}</a:t>
            </a:r>
            <a:endParaRPr lang="th-TH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สร้างข้อมูลสำหรับ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train/evaluate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ขึ้นมาใหม่ โดยหากเขียนลายเส้นผ่าน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canvas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บน</a:t>
            </a:r>
            <a:r>
              <a:rPr lang="th-TH" sz="2000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เวป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อาจจะใช้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นั้นเขียนลายเส้นขึ้นเองและ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save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เก็บไว้เป็นข้อมูลสำหรับ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train / evaluate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พัฒนา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web app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ที่สำหรับเก็บข้อมูลจาก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โดยเฉพาะ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 โดยใช้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เช่น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Decision Tree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Neural network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Naïve Bayes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หรือ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CNN</a:t>
            </a:r>
            <a:endParaRPr lang="th-TH" sz="20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หากใช้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ที่ไม่ใช่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CNN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อาจจะต้องแปลงข้อมูลให้อยู่ใน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format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รับได้</a:t>
            </a:r>
          </a:p>
          <a:p>
            <a:pPr lvl="1"/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หากใช้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CNN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อาจจะปรับรูปให้มีขนาดที่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CNN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รับได้เช่น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28x28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เป็นต้น แล้วแต่ 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architecture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ที่เลือกใช้ เช่น </a:t>
            </a:r>
            <a:r>
              <a:rPr lang="en-US" sz="1600" err="1">
                <a:latin typeface="TH Sarabun New" panose="020B0500040200020003" pitchFamily="34" charset="-34"/>
                <a:cs typeface="TH Sarabun New" panose="020B0500040200020003" pitchFamily="34" charset="-34"/>
              </a:rPr>
              <a:t>mobilenet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ใช้ 24</a:t>
            </a:r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</a:rPr>
              <a:t>x24 pixel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พิจารณาประสิทธิภาพและ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save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ตัวชี้วัด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performance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เช่น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Confusion matrix, accuracy, precision, recall, f1-score  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เมื่อได้ โมเดลที่มีประสิทธิภาพตามต้องการแล้ว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(accuracy &gt; 8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0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%)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Save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โมเดลเก็บไว้ก่อน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พัฒนาหน้า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user page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เพื่อรับ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input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จาก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แสดงผลทำนาย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ในที่นี้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input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canvas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บน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browser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output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ช่องแสดงคำทำนาย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พัฒนา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backend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บน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localhost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โดยสร้าง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API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ที่รับข้อมูลจาก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browser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และส่งคำทำนายกลับ อาจจะใช้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Flask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เป็น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framework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หลักในการพัฒนา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backend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 ให้สามารถทำงานร่วมกับ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frontend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ได้</a:t>
            </a:r>
          </a:p>
          <a:p>
            <a:pPr marL="514350" indent="-514350">
              <a:buFont typeface="+mj-lt"/>
              <a:buAutoNum type="arabicPeriod"/>
            </a:pP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พัฒนาหน้า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admin page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เพื่อให้ </a:t>
            </a:r>
            <a:r>
              <a:rPr lang="en-US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user </a:t>
            </a:r>
            <a:r>
              <a:rPr lang="th-TH" sz="2000">
                <a:latin typeface="TH Sarabun New" panose="020B0500040200020003" pitchFamily="34" charset="-34"/>
                <a:cs typeface="TH Sarabun New" panose="020B0500040200020003" pitchFamily="34" charset="-34"/>
              </a:rPr>
              <a:t>สามารถนำเข้าโมเดลใหม่ๆได้สะดวกมากยิ่งขึ้น</a:t>
            </a:r>
          </a:p>
        </p:txBody>
      </p:sp>
    </p:spTree>
    <p:extLst>
      <p:ext uri="{BB962C8B-B14F-4D97-AF65-F5344CB8AC3E}">
        <p14:creationId xmlns:p14="http://schemas.microsoft.com/office/powerpoint/2010/main" val="160627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62CE-B77E-48FD-6171-D51ACFFDF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4"/>
            <a:ext cx="10515600" cy="1325563"/>
          </a:xfrm>
        </p:spPr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หัวข้อต้องอยู่ในการนำเสนอ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4EE7-7EEC-24B1-82CB-E6996CB7E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872"/>
            <a:ext cx="10515600" cy="5088836"/>
          </a:xfrm>
        </p:spPr>
        <p:txBody>
          <a:bodyPr>
            <a:normAutofit fontScale="92500" lnSpcReduction="20000"/>
          </a:bodyPr>
          <a:lstStyle/>
          <a:p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Cover page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–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ชื่อโปรเจค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ตั้งเองได้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ชื่อสมาชิกและรหัส นศ. </a:t>
            </a:r>
          </a:p>
          <a:p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Introduction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– เกรินนำระบบว่าทำอะไรได้บ้าง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ไม่เกิน 1 หน้า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ชี้แจงว่า สามา</a:t>
            </a:r>
            <a:r>
              <a:rPr lang="th-TH" err="1">
                <a:latin typeface="TH Sarabun New" panose="020B0500040200020003" pitchFamily="34" charset="-34"/>
                <a:cs typeface="TH Sarabun New" panose="020B0500040200020003" pitchFamily="34" charset="-34"/>
              </a:rPr>
              <a:t>ชิก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ในทีมคนไหน รับผิดชอบส่วนไหนของโปรเจค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ในส่วนนี้ให้แปะ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URL link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ที่ให้ผู้สอนคลิกเข้าไปทดสอบและลองเล่นดูได้</a:t>
            </a:r>
          </a:p>
          <a:p>
            <a:pPr lvl="1"/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Link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source code / dataset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ทั้งหมด ที่เก็บไว้ใน </a:t>
            </a:r>
            <a:r>
              <a:rPr lang="en-US" err="1">
                <a:latin typeface="TH Sarabun New" panose="020B0500040200020003" pitchFamily="34" charset="-34"/>
                <a:cs typeface="TH Sarabun New" panose="020B0500040200020003" pitchFamily="34" charset="-34"/>
              </a:rPr>
              <a:t>github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(comment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ชื่อ-สกุล รหัส นศ ของสมาชิกในทีมใน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code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ด้วย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โครงสร้างระบบ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– อธิบายด้วย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block diagram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พร้อมคำบรรยายอย่างกระชับ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ไม่เกิน 1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เว็บแอพปริเคชันมีโครงสร้างอย่างไร เรียกใช้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API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 อย่างไร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</a:t>
            </a:r>
            <a:endParaRPr lang="th-TH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ระบบประกอบด้วย 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 / ข้อมูลที่ใช้ / การ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deploy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 (block diagram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มองเห็นถึงระดับ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API)</a:t>
            </a:r>
          </a:p>
          <a:p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การ </a:t>
            </a:r>
            <a:r>
              <a:rPr lang="en-US" b="1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 b="1">
                <a:latin typeface="TH Sarabun New" panose="020B0500040200020003" pitchFamily="34" charset="-34"/>
                <a:cs typeface="TH Sarabun New" panose="020B0500040200020003" pitchFamily="34" charset="-34"/>
              </a:rPr>
              <a:t>โมเดล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ไม่เกิน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3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หน้า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)</a:t>
            </a:r>
            <a:endParaRPr lang="th-TH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อธิบายเพิ่มเติมว่า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classify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ข้อมูลอะไร หาข้อมูลมา</a:t>
            </a:r>
            <a:r>
              <a:rPr lang="th-TH" err="1">
                <a:latin typeface="TH Sarabun New" panose="020B0500040200020003" pitchFamily="34" charset="-34"/>
                <a:cs typeface="TH Sarabun New" panose="020B0500040200020003" pitchFamily="34" charset="-34"/>
              </a:rPr>
              <a:t>เทรน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ได้อย่างไร และตัวอย่างหน้าตาข้อมูลว่าเป็นอย่างไร เช่นแสดงรูปตัวอย่างที่ใช้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คลาสละ 1 รูป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อธิบายเพิ่มเติม ว่า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ที่เลือกใช้คืออะไร และ ข้อมูลที่ใช้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train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ถูก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feed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ให้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ที่ใช้ได้อย่างไร ขอให้อธิบายส่วนนี้ด้วยภาพง่ายๆ 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อธิบายว่าทดสอบประสิทธิภาพของ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algorithm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อย่างไร เช่นใช้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matrices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อะไรบ้าง </a:t>
            </a:r>
          </a:p>
          <a:p>
            <a:pPr lvl="1"/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แสดงผลการทดสอบประสิทธิภาพที่ดีที่สุด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confusion matrix / accuracy / precision / recall / f1-score / ROC / AUC 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และ</a:t>
            </a:r>
            <a:r>
              <a:rPr lang="th-TH">
                <a:solidFill>
                  <a:srgbClr val="FF0000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วิเคราะห์ผล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อย่างกระชับ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46547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62CE-B77E-48FD-6171-D51ACFFDF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การใช้คะแนน 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(</a:t>
            </a:r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เต็ม 2</a:t>
            </a:r>
            <a:r>
              <a:rPr lang="en-US">
                <a:latin typeface="TH Sarabun New" panose="020B0500040200020003" pitchFamily="34" charset="-34"/>
                <a:cs typeface="TH Sarabun New" panose="020B0500040200020003" pitchFamily="34" charset="-34"/>
              </a:rPr>
              <a:t>0)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F4EE7-7EEC-24B1-82CB-E6996CB7E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เกณฑ์การให้คะแนน</a:t>
            </a:r>
          </a:p>
          <a:p>
            <a:r>
              <a:rPr lang="en-US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Dataset &amp; Problem (20 </a:t>
            </a: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คะแนน):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สร้าง 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dataset 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เอง มีความเหมาะสมและเพียงพอ</a:t>
            </a:r>
          </a:p>
          <a:p>
            <a:r>
              <a:rPr lang="en-US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Model &amp; Training (15 </a:t>
            </a: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คะแนน):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โมเดลทำงานได้จริง และมี 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pipeline 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การ 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train</a:t>
            </a:r>
          </a:p>
          <a:p>
            <a:r>
              <a:rPr lang="en-US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Evaluation (25 </a:t>
            </a: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คะแนน):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มี 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metrics 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ครบ และอธิบายผล/ข้อผิดพลาดได้</a:t>
            </a:r>
          </a:p>
          <a:p>
            <a:r>
              <a:rPr lang="en-US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System (25 </a:t>
            </a: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คะแนน):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User Page + Admin Page + API 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ทำงานเชื่อมกันครบ</a:t>
            </a:r>
          </a:p>
          <a:p>
            <a:r>
              <a:rPr lang="en-US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Presentation (15 </a:t>
            </a:r>
            <a:r>
              <a:rPr lang="th-TH" sz="2000" b="1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คะแนน):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 อธิบายชัดเจน และ </a:t>
            </a:r>
            <a:r>
              <a:rPr lang="en-US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demo </a:t>
            </a:r>
            <a:r>
              <a:rPr lang="th-TH" sz="2000" b="0" i="0">
                <a:solidFill>
                  <a:srgbClr val="1F2937"/>
                </a:solidFill>
                <a:effectLst/>
                <a:latin typeface="TH Sarabun New" panose="020B0500040200020003" pitchFamily="34" charset="-34"/>
                <a:cs typeface="TH Sarabun New" panose="020B0500040200020003" pitchFamily="34" charset="-34"/>
              </a:rPr>
              <a:t>ระบบได้</a:t>
            </a:r>
          </a:p>
        </p:txBody>
      </p:sp>
    </p:spTree>
    <p:extLst>
      <p:ext uri="{BB962C8B-B14F-4D97-AF65-F5344CB8AC3E}">
        <p14:creationId xmlns:p14="http://schemas.microsoft.com/office/powerpoint/2010/main" val="4180504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8980B-47F3-53F3-5B34-C50B294E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>
                <a:latin typeface="TH Sarabun New" panose="020B0500040200020003" pitchFamily="34" charset="-34"/>
                <a:cs typeface="TH Sarabun New" panose="020B0500040200020003" pitchFamily="34" charset="-34"/>
              </a:rPr>
              <a:t>แหล่งอ้างอิง</a:t>
            </a:r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A2C18-0809-4AC5-A56C-4500E86C9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  <a:hlinkClick r:id="rId2"/>
              </a:rPr>
              <a:t>https://machinelearningmastery.com/how-to-develop-a-convolutional-neural-network-from-scratch-for-mnist-handwritten-digit-classification/</a:t>
            </a:r>
          </a:p>
          <a:p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  <a:hlinkClick r:id="rId2"/>
              </a:rPr>
              <a:t>https://github.com/akashdeepjassal/mnist-flask</a:t>
            </a:r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en-US" sz="1600">
                <a:latin typeface="TH Sarabun New" panose="020B0500040200020003" pitchFamily="34" charset="-34"/>
                <a:cs typeface="TH Sarabun New" panose="020B0500040200020003" pitchFamily="34" charset="-34"/>
                <a:hlinkClick r:id="rId3"/>
              </a:rPr>
              <a:t>https://syedjafer.github.io/digit-recognizer-webapp/</a:t>
            </a:r>
            <a:endParaRPr lang="th-TH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 sz="160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endParaRPr lang="en-US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63422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5390C4295B384F975F80817C31F85A" ma:contentTypeVersion="7" ma:contentTypeDescription="Create a new document." ma:contentTypeScope="" ma:versionID="18909097cd59cff3249fd0dbc223d937">
  <xsd:schema xmlns:xsd="http://www.w3.org/2001/XMLSchema" xmlns:xs="http://www.w3.org/2001/XMLSchema" xmlns:p="http://schemas.microsoft.com/office/2006/metadata/properties" xmlns:ns2="45d09525-4d70-4243-a4e5-6937d47c0d19" targetNamespace="http://schemas.microsoft.com/office/2006/metadata/properties" ma:root="true" ma:fieldsID="da6efd3e502020654f010fef78729aa4" ns2:_="">
    <xsd:import namespace="45d09525-4d70-4243-a4e5-6937d47c0d1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d09525-4d70-4243-a4e5-6937d47c0d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4F389A-1A08-4A9D-ACAA-EE83E5BF869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F4F2B31-F3DF-406F-BEB5-23A1693E0239}">
  <ds:schemaRefs>
    <ds:schemaRef ds:uri="45d09525-4d70-4243-a4e5-6937d47c0d1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78EE03-F146-44F6-8C92-17F2C2CDC97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Class Project CS462 – 327A</vt:lpstr>
      <vt:lpstr>โจทย์</vt:lpstr>
      <vt:lpstr>แนวทางพัฒนา (คร่าวๆ)</vt:lpstr>
      <vt:lpstr>หัวข้อต้องอยู่ในการนำเสนอ</vt:lpstr>
      <vt:lpstr>การใช้คะแนน (เต็ม 20)</vt:lpstr>
      <vt:lpstr>แหล่งอ้างอิง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Asst. Prof.Dr.Pakorn Ubolkosold</dc:creator>
  <cp:revision>4</cp:revision>
  <dcterms:created xsi:type="dcterms:W3CDTF">2023-04-06T02:40:31Z</dcterms:created>
  <dcterms:modified xsi:type="dcterms:W3CDTF">2026-05-07T10:31:53Z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0x010100D85390C4295B384F975F80817C31F85A</vt:lpwstr>
  </property>
</Properties>
</file>